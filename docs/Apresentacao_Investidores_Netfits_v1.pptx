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084FC"/>
                </a:solidFill>
              </a:defRPr>
            </a:pPr>
            <a:r>
              <a:t>Netfits Fidelidade Ltda.</a:t>
            </a:r>
          </a:p>
          <a:p>
            <a:pPr>
              <a:defRPr sz="4400" b="1">
                <a:solidFill>
                  <a:srgbClr val="A3E635"/>
                </a:solidFill>
              </a:defRPr>
            </a:pPr>
            <a:r>
              <a:t>Fazer cada movimento valer mais.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 camada de valor e fidelidade verticalizada para o estilo de vida ativo e a longevidade consciente na América Latina.</a:t>
            </a:r>
            <a:br/>
          </a:p>
          <a:p>
            <a:pPr>
              <a:defRPr sz="1400" b="1">
                <a:solidFill>
                  <a:srgbClr val="A1A1AA"/>
                </a:solidFill>
              </a:defRPr>
            </a:pPr>
            <a:r>
              <a:t>• Rodada Solicitada: Seed / Series A (R$ 4,0M a R$ 8,0M)</a:t>
            </a:r>
            <a:br/>
            <a:r>
              <a:t>• Estágio: MVP Lançado &amp; Operação Atuarial Definida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NETFITS FIDELIDADE LTDA.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⚠️ O Problema: A Jornada Fragmentada da Vida 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C084FC"/>
                </a:solidFill>
              </a:defRPr>
            </a:pPr>
            <a:r>
              <a:t>• Valor Disperso no Esporte: 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O esportista amador gera atenção, consumo, engajamento, dados e frequência, mas esse valor fica espalhado entre redes sociais, WhatsApp e e-commerce genérico.</a:t>
            </a:r>
            <a:br/>
          </a:p>
          <a:p>
            <a:pPr>
              <a:defRPr sz="1600" b="1">
                <a:solidFill>
                  <a:srgbClr val="C084FC"/>
                </a:solidFill>
              </a:defRPr>
            </a:pPr>
            <a:r>
              <a:t>• Pontos Bancários Distantes: 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Pontos tradicionais de bancos não dialogam com os interesses do praticante de esportes e não recompensam a consistência de hábitos saudáveis.</a:t>
            </a:r>
            <a:br/>
          </a:p>
          <a:p>
            <a:pPr>
              <a:defRPr sz="1600" b="1">
                <a:solidFill>
                  <a:srgbClr val="C084FC"/>
                </a:solidFill>
              </a:defRPr>
            </a:pPr>
            <a:r>
              <a:t>• Falta de Retorno ao Usuário: 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O praticante de corrida, bike, treino ou outdoor consome equipamentos e conteúdo constante, mas raramente recebe benefícios reais por sua disciplina.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NETFITS FIDELIDADE LTDA.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🚀 A Solução Netfits: Ecossistema 4 em 1 &amp; 3 Camadas de Evolução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A3E635"/>
                </a:solidFill>
              </a:defRPr>
            </a:pPr>
            <a:r>
              <a:t>• Feed Editorial Curado: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Conteúdo transacional que recompensa leitura e compartilhamento com pontos nfs.</a:t>
            </a:r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Netfits Shop Marketplace: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Compra com cashback em pontos e Take Rate padrão de 8,0%.</a:t>
            </a:r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As 3 Camadas do Manifesto: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1. Benefícios &amp; Commerce ➔ 2. Hábitos &amp; Wearables (Garmin/Strava) ➔ 3. Longevidade Consciente.</a:t>
            </a:r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MTP (Massive Transformative Purpose):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Recompensar quem se movimenta.</a:t>
            </a:r>
          </a:p>
        </p:txBody>
      </p:sp>
      <p:pic>
        <p:nvPicPr>
          <p:cNvPr id="4" name="Picture 3" descr="real_netfits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846320" cy="34075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NETFITS FIDELIDADE LTDA.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🛒 Netfits Shop Marketplace: Ofertas Curadas &amp; Cashback em Pontos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A3E635"/>
                </a:solidFill>
              </a:defRPr>
            </a:pPr>
            <a:r>
              <a:t>• Take Rate Padrão de 8,0%: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Remuneração direta sobre o GMV de produtos esportivos, suplementos, acessórios e provas.</a:t>
            </a:r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Checkout Unificado &amp; Parceiros: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Operado em parceria com grandes marcas e e-commerces esportivos com postback automatizado.</a:t>
            </a:r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Bônus de 1ª Compra: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Concessão de 150 nfs para incentivar a primeira conversão no Shop.</a:t>
            </a:r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Monetização sem Estoque: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Zero risco de estoque ou logística própria no modelo de marketplace afiliado/credenciado.</a:t>
            </a:r>
          </a:p>
        </p:txBody>
      </p:sp>
      <p:pic>
        <p:nvPicPr>
          <p:cNvPr id="4" name="Picture 3" descr="real_netfits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846320" cy="34075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NETFITS FIDELIDADE LTDA.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💳 Carteira nfs: Algoritmo FEFO &amp; Engenharia Atuarial de Pontos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A3E635"/>
                </a:solidFill>
              </a:defRPr>
            </a:pPr>
            <a:r>
              <a:t>• Algoritmo FEFO (First-Expiring, First-Out):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Resgate prioritário automático do ponto mais próximo de vencer, protegendo o usuário.</a:t>
            </a:r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Sustentabilidade Atuarial: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Regra de Ouro: 'Pontos sem funding viram passivo; pontos com funding viram motor de crescimento'.</a:t>
            </a:r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CPP Acúmulo &amp; Resgate: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CPP Acúmulo R$ 0,02 | CPP Resgate R$ 0,01 | Passivo Retido R$ 0,01.</a:t>
            </a:r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Reserva do Passivo Retido: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Retenção de R$ 88.842,00 em caixa garantindo 100% de solidez para resgates.</a:t>
            </a:r>
          </a:p>
        </p:txBody>
      </p:sp>
      <p:pic>
        <p:nvPicPr>
          <p:cNvPr id="4" name="Picture 3" descr="real_netfits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846320" cy="34075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NETFITS FIDELIDADE LTDA.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📈 DRE Proforma: Fase 1 Launch vs Fase 2 Com Clube (R$ 19,90/mês)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A3E635"/>
                </a:solidFill>
              </a:defRPr>
            </a:pPr>
            <a:r>
              <a:t>• Fase 1 (Launch Inicial): 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Receita Bruta R$ 893.850,00 | EBITDA R$ 157.625,40 (17,6%) | Lucro Líquido R$ 129.895,34 (14,5%).</a:t>
            </a:r>
          </a:p>
          <a:p>
            <a:pPr>
              <a:defRPr sz="1200" b="1">
                <a:solidFill>
                  <a:srgbClr val="A3E635"/>
                </a:solidFill>
              </a:defRPr>
            </a:pPr>
            <a:r>
              <a:t>• Fase 2 (Com Netfits Club): 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Receita Bruta R$ 1.789.350,00 | EBITDA R$ 963.080,40 (53,8%) | Lucro Líquido R$ 815.958,34 (45,6%).</a:t>
            </a:r>
          </a:p>
          <a:p>
            <a:pPr>
              <a:defRPr sz="1200" b="1">
                <a:solidFill>
                  <a:srgbClr val="A3E635"/>
                </a:solidFill>
              </a:defRPr>
            </a:pPr>
            <a:r>
              <a:t>• Margem Bruta Ajustada: 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Evolução de 62,6% na Fase 1 para 79,3% na Fase 2 com diluição de custos fixos.</a:t>
            </a:r>
          </a:p>
          <a:p>
            <a:pPr>
              <a:defRPr sz="1200" b="1">
                <a:solidFill>
                  <a:srgbClr val="A3E635"/>
                </a:solidFill>
              </a:defRPr>
            </a:pPr>
            <a:r>
              <a:t>• Reversão de Provisão DRE: 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Reversão contabilizada de pontos expirados (Breakage 12,0%) diretamente no resultado.</a:t>
            </a:r>
          </a:p>
        </p:txBody>
      </p:sp>
      <p:pic>
        <p:nvPicPr>
          <p:cNvPr id="4" name="Picture 3" descr="real_netfits_admin_d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NETFITS FIDELIDADE LTDA.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📊 Tamanho de Mercado &amp; Oportunidade na América Latina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C084FC"/>
                </a:solidFill>
              </a:defRPr>
            </a:pPr>
            <a:r>
              <a:t>• TAM (Total Addressable Market):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25 a 35 Milhões de esportistas amadores no Brasil que buscam saúde, esporte e longevidade.</a:t>
            </a:r>
            <a:br/>
          </a:p>
          <a:p>
            <a:pPr>
              <a:defRPr sz="1400" b="1">
                <a:solidFill>
                  <a:srgbClr val="C084FC"/>
                </a:solidFill>
              </a:defRPr>
            </a:pPr>
            <a:r>
              <a:t>• SAM (Serviceable Addressable Market):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R$ 4,0 Bilhões transacionados anualmente em e-commerce esportivo, suplementos e provas.</a:t>
            </a:r>
            <a:br/>
          </a:p>
          <a:p>
            <a:pPr>
              <a:defRPr sz="1400" b="1">
                <a:solidFill>
                  <a:srgbClr val="C084FC"/>
                </a:solidFill>
              </a:defRPr>
            </a:pPr>
            <a:r>
              <a:t>• SOM (Serviceable Obtainable Market):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R$ 100M a R$ 150M de GMV no Ano 2 ➔ R$ 400M a R$ 700M de GMV no Ano 3.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NETFITS FIDELIDADE LTDA.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🎯 Unit Economics &amp; Eficiência de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A3E635"/>
                </a:solidFill>
              </a:defRPr>
            </a:pPr>
            <a:r>
              <a:t>• CAC Orgânico / B2B2C: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R$ 18,50 por usuário ativo (viabilizado por Associados e embaixadores de nicho).</a:t>
            </a:r>
            <a:br/>
          </a:p>
          <a:p>
            <a:pPr>
              <a:defRPr sz="1400" b="1">
                <a:solidFill>
                  <a:srgbClr val="A3E635"/>
                </a:solidFill>
              </a:defRPr>
            </a:pPr>
            <a:r>
              <a:t>• LTV Estimado (Lifetime Value):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R$ 380,00 por usuário (Netfits Club + compras no Shop + serviços de longevidade).</a:t>
            </a:r>
            <a:br/>
          </a:p>
          <a:p>
            <a:pPr>
              <a:defRPr sz="1400" b="1">
                <a:solidFill>
                  <a:srgbClr val="A3E635"/>
                </a:solidFill>
              </a:defRPr>
            </a:pPr>
            <a:r>
              <a:t>• Relação LTV / CAC: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LTV / CAC &gt; 20x garantindo alta eficiência de retorno do investimento.</a:t>
            </a:r>
            <a:br/>
          </a:p>
          <a:p>
            <a:pPr>
              <a:defRPr sz="1400" b="1">
                <a:solidFill>
                  <a:srgbClr val="A3E635"/>
                </a:solidFill>
              </a:defRPr>
            </a:pPr>
            <a:r>
              <a:t>• Payback do CAC: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Menos de 2,5 meses para recuperar o custo de aquisição do usuário.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NETFITS FIDELIDADE LTDA.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🤝 Canais B2B2C &amp; Categoria Única de Associados Netfits (10,0%)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A3E635"/>
                </a:solidFill>
              </a:defRPr>
            </a:pPr>
            <a:r>
              <a:t>• Categoria Única de Associados Netfits: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Comissão padrão de 10,0% repassada diretamente sobre as receitas geradas pela rede.</a:t>
            </a:r>
            <a:br/>
          </a:p>
          <a:p>
            <a:pPr>
              <a:defRPr sz="1400" b="1">
                <a:solidFill>
                  <a:srgbClr val="A3E635"/>
                </a:solidFill>
              </a:defRPr>
            </a:pPr>
            <a:r>
              <a:t>• Atribuição Vitalícia de Carteira: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Treinadores, assessorias, médicos e criadores recebem continuamente pelas vendas e assinaturas de seus indicados.</a:t>
            </a:r>
            <a:br/>
          </a:p>
          <a:p>
            <a:pPr>
              <a:defRPr sz="1400" b="1">
                <a:solidFill>
                  <a:srgbClr val="A3E635"/>
                </a:solidFill>
              </a:defRPr>
            </a:pPr>
            <a:r>
              <a:t>• MGM (Member-Get-Member):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Programa de indicação de amigos com bônus de 50 nfs no cadastro e 150 nfs na 1ª compra.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NETFITS FIDELIDADE LTDA.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🛡️ Moat Competitivo Tecnológico &amp; Defensabilidade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C084FC"/>
                </a:solidFill>
              </a:defRPr>
            </a:pPr>
            <a:r>
              <a:t>• Verticalização Exclusiva: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Plataforma focada 100% no esportista amador e no estilo de vida ativo.</a:t>
            </a:r>
            <a:br/>
          </a:p>
          <a:p>
            <a:pPr>
              <a:defRPr sz="1400" b="1">
                <a:solidFill>
                  <a:srgbClr val="C084FC"/>
                </a:solidFill>
              </a:defRPr>
            </a:pPr>
            <a:r>
              <a:t>• Algoritmo FEFO Protegido: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Gestão atuarial automática de passivos e expiração de pontos sem risco de caixa.</a:t>
            </a:r>
            <a:br/>
          </a:p>
          <a:p>
            <a:pPr>
              <a:defRPr sz="1400" b="1">
                <a:solidFill>
                  <a:srgbClr val="C084FC"/>
                </a:solidFill>
              </a:defRPr>
            </a:pPr>
            <a:r>
              <a:t>• Efeito de Rede de Associados: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Carteiras compartilhadas com criadores criam barreira de saída inigualável.</a:t>
            </a:r>
            <a:br/>
          </a:p>
          <a:p>
            <a:pPr>
              <a:defRPr sz="1400" b="1">
                <a:solidFill>
                  <a:srgbClr val="C084FC"/>
                </a:solidFill>
              </a:defRPr>
            </a:pPr>
            <a:r>
              <a:t>• Wearables &amp; Longevidade: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Integração de dados consentidos de treino e transição natural para longevidade.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NETFITS FIDELIDADE LTDA.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💰 Uso dos Recursos da Captação (R$ 4,0M a R$ 8,0M)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A3E635"/>
                </a:solidFill>
              </a:defRPr>
            </a:pPr>
            <a:r>
              <a:t>• 40% — Produto e Tecnologia: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Evolução do App native-shell, algoritmo FEFO e conectores de wearables.</a:t>
            </a:r>
            <a:br/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25% — Aquisição e Crescimento: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Marketing de comunidade, presença em provas esportivas e programa MGM.</a:t>
            </a:r>
            <a:br/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15% — Parcerias &amp; Rede de Associados: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Expansão da rede B2B2C e comissionamento padrão de 10,0%.</a:t>
            </a:r>
            <a:br/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10% — BI, Antifraude &amp; Wearables: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Motor de inteligência de dados comportamentais e inteligência artificial.</a:t>
            </a:r>
            <a:br/>
          </a:p>
          <a:p>
            <a:pPr>
              <a:defRPr sz="1300" b="1">
                <a:solidFill>
                  <a:srgbClr val="A3E635"/>
                </a:solidFill>
              </a:defRPr>
            </a:pPr>
            <a:r>
              <a:t>• 10% — Jurídico, Compliance &amp; Operações: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Estrutura regulatória, governança e equipe de suporte.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NETFITS FIDELIDADE LTDA.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🌟 O Código Netfits &amp; Visão de Longo Prazo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C084FC"/>
                </a:solidFill>
              </a:defRPr>
            </a:pPr>
            <a:r>
              <a:t>• O Código Netfits: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1. Usuário antes do ego | 2. Clareza antes da complexidade | 3. Evidência antes da convicção | 4. Velocidade com responsabilidade.</a:t>
            </a:r>
            <a:br/>
          </a:p>
          <a:p>
            <a:pPr>
              <a:defRPr sz="1400" b="1">
                <a:solidFill>
                  <a:srgbClr val="C084FC"/>
                </a:solidFill>
              </a:defRPr>
            </a:pPr>
            <a:r>
              <a:t>• Visão de Longo Prazo: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Ser a plataforma de referência na América Latina para a jornada ativa e longeva.</a:t>
            </a:r>
            <a:br/>
          </a:p>
          <a:p>
            <a:pPr>
              <a:defRPr sz="1400" b="1">
                <a:solidFill>
                  <a:srgbClr val="C084FC"/>
                </a:solidFill>
              </a:defRPr>
            </a:pPr>
            <a:r>
              <a:t>• Netfits Fidelidade Ltda.: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Contato: diretoria@netfits.com.br | www.netfits.com.br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